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College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Software Requirements Specification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Purpose: Automate and streamline academic and administrative processes</a:t>
            </a:r>
          </a:p>
          <a:p>
            <a:pPr>
              <a:spcAft>
                <a:spcPts val="1200"/>
              </a:spcAft>
              <a:defRPr sz="2000"/>
            </a:pPr>
            <a:r>
              <a:t>• Designed for educational institutions</a:t>
            </a:r>
          </a:p>
          <a:p>
            <a:pPr>
              <a:spcAft>
                <a:spcPts val="1200"/>
              </a:spcAft>
              <a:defRPr sz="2000"/>
            </a:pPr>
            <a:r>
              <a:t>• Comprehensive management of students, staff, and operations</a:t>
            </a:r>
          </a:p>
          <a:p>
            <a:pPr>
              <a:spcAft>
                <a:spcPts val="1200"/>
              </a:spcAft>
              <a:defRPr sz="2000"/>
            </a:pPr>
            <a:r>
              <a:t>• Web-based application with role-based access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Backend: Python Flask 3.0</a:t>
            </a:r>
          </a:p>
          <a:p>
            <a:pPr>
              <a:spcAft>
                <a:spcPts val="1200"/>
              </a:spcAft>
              <a:defRPr sz="2000"/>
            </a:pPr>
            <a:r>
              <a:t>• Database: SQLite with SQLAlchemy ORM</a:t>
            </a:r>
          </a:p>
          <a:p>
            <a:pPr>
              <a:spcAft>
                <a:spcPts val="1200"/>
              </a:spcAft>
              <a:defRPr sz="2000"/>
            </a:pPr>
            <a:r>
              <a:t>• Authentication: Flask-Login</a:t>
            </a:r>
          </a:p>
          <a:p>
            <a:pPr>
              <a:spcAft>
                <a:spcPts val="1200"/>
              </a:spcAft>
              <a:defRPr sz="2000"/>
            </a:pPr>
            <a:r>
              <a:t>• Forms: Flask-WTF, WTForms</a:t>
            </a:r>
          </a:p>
          <a:p>
            <a:pPr>
              <a:spcAft>
                <a:spcPts val="1200"/>
              </a:spcAft>
              <a:defRPr sz="2000"/>
            </a:pPr>
            <a:r>
              <a:t>• Frontend: HTML Templates (Jinja2), CSS, JavaScript</a:t>
            </a:r>
          </a:p>
          <a:p>
            <a:pPr>
              <a:spcAft>
                <a:spcPts val="1200"/>
              </a:spcAft>
              <a:defRPr sz="2000"/>
            </a:pPr>
            <a:r>
              <a:t>• Security: Werkzeug password hashing, CSRF protection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View attendance, marks, fees, timetable; submit complaints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Mark attendance, enter marks, manage library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Staff privileges + department-level management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administrative access to all modules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Authentication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Students: Login using Roll Number + Date of Birth</a:t>
            </a:r>
          </a:p>
          <a:p>
            <a:pPr>
              <a:spcAft>
                <a:spcPts val="1200"/>
              </a:spcAft>
              <a:defRPr sz="2000"/>
            </a:pPr>
            <a:r>
              <a:t>• Staff/HOD/Management: Username + Password + Role Selection</a:t>
            </a:r>
          </a:p>
          <a:p>
            <a:pPr>
              <a:spcAft>
                <a:spcPts val="1200"/>
              </a:spcAft>
              <a:defRPr sz="2000"/>
            </a:pPr>
            <a:r>
              <a:t>• Password hashing using Werkzeug security</a:t>
            </a:r>
          </a:p>
          <a:p>
            <a:pPr>
              <a:spcAft>
                <a:spcPts val="1200"/>
              </a:spcAft>
              <a:defRPr sz="2000"/>
            </a:pPr>
            <a:r>
              <a:t>• Session cookie security (HTTPOnly, SameSite)</a:t>
            </a:r>
          </a:p>
          <a:p>
            <a:pPr>
              <a:spcAft>
                <a:spcPts val="1200"/>
              </a:spcAft>
              <a:defRPr sz="2000"/>
            </a:pPr>
            <a:r>
              <a:t>• Role-based access control on all routes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User Management - Account creation and role assignment</a:t>
            </a:r>
          </a:p>
          <a:p>
            <a:pPr>
              <a:spcAft>
                <a:spcPts val="1200"/>
              </a:spcAft>
              <a:defRPr sz="2000"/>
            </a:pPr>
            <a:r>
              <a:t>• Department Management - Departments and HOD assignment</a:t>
            </a:r>
          </a:p>
          <a:p>
            <a:pPr>
              <a:spcAft>
                <a:spcPts val="1200"/>
              </a:spcAft>
              <a:defRPr sz="2000"/>
            </a:pPr>
            <a:r>
              <a:t>• Subject Management - Courses with staff assignments</a:t>
            </a:r>
          </a:p>
          <a:p>
            <a:pPr>
              <a:spcAft>
                <a:spcPts val="1200"/>
              </a:spcAft>
              <a:defRPr sz="2000"/>
            </a:pPr>
            <a:r>
              <a:t>• Attendance Module - Session-based attendance tracking</a:t>
            </a:r>
          </a:p>
          <a:p>
            <a:pPr>
              <a:spcAft>
                <a:spcPts val="1200"/>
              </a:spcAft>
              <a:defRPr sz="2000"/>
            </a:pPr>
            <a:r>
              <a:t>• Marks/Examination Module - Exam results management</a:t>
            </a:r>
          </a:p>
          <a:p>
            <a:pPr>
              <a:spcAft>
                <a:spcPts val="1200"/>
              </a:spcAft>
              <a:defRPr sz="2000"/>
            </a:pPr>
            <a:r>
              <a:t>• Fees Module - Fee structures and payment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Additional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Library Module - Book inventory and borrowing system</a:t>
            </a:r>
          </a:p>
          <a:p>
            <a:pPr>
              <a:spcAft>
                <a:spcPts val="1200"/>
              </a:spcAft>
              <a:defRPr sz="2000"/>
            </a:pPr>
            <a:r>
              <a:t>• Complaints Module - Student complaint submission and tracking</a:t>
            </a:r>
          </a:p>
          <a:p>
            <a:pPr>
              <a:spcAft>
                <a:spcPts val="1200"/>
              </a:spcAft>
              <a:defRPr sz="2000"/>
            </a:pPr>
            <a:r>
              <a:t>• Feedback Module - Staff feedback from students</a:t>
            </a:r>
          </a:p>
          <a:p>
            <a:pPr>
              <a:spcAft>
                <a:spcPts val="1200"/>
              </a:spcAft>
              <a:defRPr sz="2000"/>
            </a:pPr>
            <a:r>
              <a:t>• Notice Board Module - Announcements and notices</a:t>
            </a:r>
          </a:p>
          <a:p>
            <a:pPr>
              <a:spcAft>
                <a:spcPts val="1200"/>
              </a:spcAft>
              <a:defRPr sz="2000"/>
            </a:pPr>
            <a:r>
              <a:t>• Timetable Module - Class schedules management</a:t>
            </a:r>
          </a:p>
          <a:p>
            <a:pPr>
              <a:spcAft>
                <a:spcPts val="1200"/>
              </a:spcAft>
              <a:defRPr sz="2000"/>
            </a:pPr>
            <a:r>
              <a:t>• Notifications Module - System-generated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Attendance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Staff Functions:</a:t>
            </a:r>
          </a:p>
          <a:p>
            <a:pPr>
              <a:spcAft>
                <a:spcPts val="1200"/>
              </a:spcAft>
              <a:defRPr sz="2000"/>
            </a:pPr>
            <a:r>
              <a:t>•   - Create attendance sessions for subjects</a:t>
            </a:r>
          </a:p>
          <a:p>
            <a:pPr>
              <a:spcAft>
                <a:spcPts val="1200"/>
              </a:spcAft>
              <a:defRPr sz="2000"/>
            </a:pPr>
            <a:r>
              <a:t>•   - Mark attendance (Present/Absent)</a:t>
            </a:r>
          </a:p>
          <a:p>
            <a:pPr>
              <a:spcAft>
                <a:spcPts val="1200"/>
              </a:spcAft>
              <a:defRPr sz="2000"/>
            </a:pPr>
            <a:r>
              <a:t>•   - View attendance records</a:t>
            </a:r>
          </a:p>
          <a:p>
            <a:pPr>
              <a:spcAft>
                <a:spcPts val="1200"/>
              </a:spcAft>
              <a:defRPr sz="2000"/>
            </a:pPr>
            <a:r>
              <a:t>• Student Functions:</a:t>
            </a:r>
          </a:p>
          <a:p>
            <a:pPr>
              <a:spcAft>
                <a:spcPts val="1200"/>
              </a:spcAft>
              <a:defRPr sz="2000"/>
            </a:pPr>
            <a:r>
              <a:t>•   - View personal attendance records</a:t>
            </a:r>
          </a:p>
          <a:p>
            <a:pPr>
              <a:spcAft>
                <a:spcPts val="1200"/>
              </a:spcAft>
              <a:defRPr sz="2000"/>
            </a:pPr>
            <a:r>
              <a:t>•   - View attendance summary/percentage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Marks/Examination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Staff Functions:</a:t>
            </a:r>
          </a:p>
          <a:p>
            <a:pPr>
              <a:spcAft>
                <a:spcPts val="1200"/>
              </a:spcAft>
              <a:defRPr sz="2000"/>
            </a:pPr>
            <a:r>
              <a:t>•   - Create exams (Internal, Mid-term, Final)</a:t>
            </a:r>
          </a:p>
          <a:p>
            <a:pPr>
              <a:spcAft>
                <a:spcPts val="1200"/>
              </a:spcAft>
              <a:defRPr sz="2000"/>
            </a:pPr>
            <a:r>
              <a:t>•   - Enter marks for students</a:t>
            </a:r>
          </a:p>
          <a:p>
            <a:pPr>
              <a:spcAft>
                <a:spcPts val="1200"/>
              </a:spcAft>
              <a:defRPr sz="2000"/>
            </a:pPr>
            <a:r>
              <a:t>•   - Generate mark reports</a:t>
            </a:r>
          </a:p>
          <a:p>
            <a:pPr>
              <a:spcAft>
                <a:spcPts val="1200"/>
              </a:spcAft>
              <a:defRPr sz="2000"/>
            </a:pPr>
            <a:r>
              <a:t>• Student Functions:</a:t>
            </a:r>
          </a:p>
          <a:p>
            <a:pPr>
              <a:spcAft>
                <a:spcPts val="1200"/>
              </a:spcAft>
              <a:defRPr sz="2000"/>
            </a:pPr>
            <a:r>
              <a:t>•   - View personal exam results</a:t>
            </a:r>
          </a:p>
          <a:p>
            <a:pPr>
              <a:spcAft>
                <a:spcPts val="1200"/>
              </a:spcAft>
              <a:defRPr sz="2000"/>
            </a:pPr>
            <a:r>
              <a:t>•   - View semester-wise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Fees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Management Functions:</a:t>
            </a:r>
          </a:p>
          <a:p>
            <a:pPr>
              <a:spcAft>
                <a:spcPts val="1200"/>
              </a:spcAft>
              <a:defRPr sz="2000"/>
            </a:pPr>
            <a:r>
              <a:t>•   - Define fee structures (tuition, exam fees)</a:t>
            </a:r>
          </a:p>
          <a:p>
            <a:pPr>
              <a:spcAft>
                <a:spcPts val="1200"/>
              </a:spcAft>
              <a:defRPr sz="2000"/>
            </a:pPr>
            <a:r>
              <a:t>•   - Set due dates and academic year</a:t>
            </a:r>
          </a:p>
          <a:p>
            <a:pPr>
              <a:spcAft>
                <a:spcPts val="1200"/>
              </a:spcAft>
              <a:defRPr sz="2000"/>
            </a:pPr>
            <a:r>
              <a:t>•   - Upload fee payment records</a:t>
            </a:r>
          </a:p>
          <a:p>
            <a:pPr>
              <a:spcAft>
                <a:spcPts val="1200"/>
              </a:spcAft>
              <a:defRPr sz="2000"/>
            </a:pPr>
            <a:r>
              <a:t>•   - Generate pending fee reports</a:t>
            </a:r>
          </a:p>
          <a:p>
            <a:pPr>
              <a:spcAft>
                <a:spcPts val="1200"/>
              </a:spcAft>
              <a:defRPr sz="2000"/>
            </a:pPr>
            <a:r>
              <a:t>• Student Functions:</a:t>
            </a:r>
          </a:p>
          <a:p>
            <a:pPr>
              <a:spcAft>
                <a:spcPts val="1200"/>
              </a:spcAft>
              <a:defRPr sz="2000"/>
            </a:pPr>
            <a:r>
              <a:t>•   - View fee details and payment status</a:t>
            </a:r>
          </a:p>
          <a:p>
            <a:pPr>
              <a:spcAft>
                <a:spcPts val="1200"/>
              </a:spcAft>
              <a:defRPr sz="2000"/>
            </a:pPr>
            <a:r>
              <a:t>•   - View payment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Library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Staff/Management Functions:</a:t>
            </a:r>
          </a:p>
          <a:p>
            <a:pPr>
              <a:spcAft>
                <a:spcPts val="1200"/>
              </a:spcAft>
              <a:defRPr sz="2000"/>
            </a:pPr>
            <a:r>
              <a:t>•   - Add, update, delete books</a:t>
            </a:r>
          </a:p>
          <a:p>
            <a:pPr>
              <a:spcAft>
                <a:spcPts val="1200"/>
              </a:spcAft>
              <a:defRPr sz="2000"/>
            </a:pPr>
            <a:r>
              <a:t>•   - Manage book inventory</a:t>
            </a:r>
          </a:p>
          <a:p>
            <a:pPr>
              <a:spcAft>
                <a:spcPts val="1200"/>
              </a:spcAft>
              <a:defRPr sz="2000"/>
            </a:pPr>
            <a:r>
              <a:t>•   - Issue books and track returns</a:t>
            </a:r>
          </a:p>
          <a:p>
            <a:pPr>
              <a:spcAft>
                <a:spcPts val="1200"/>
              </a:spcAft>
              <a:defRPr sz="2000"/>
            </a:pPr>
            <a:r>
              <a:t>• Student Functions:</a:t>
            </a:r>
          </a:p>
          <a:p>
            <a:pPr>
              <a:spcAft>
                <a:spcPts val="1200"/>
              </a:spcAft>
              <a:defRPr sz="2000"/>
            </a:pPr>
            <a:r>
              <a:t>•   - Search books by title, author, ISBN</a:t>
            </a:r>
          </a:p>
          <a:p>
            <a:pPr>
              <a:spcAft>
                <a:spcPts val="1200"/>
              </a:spcAft>
              <a:defRPr sz="2000"/>
            </a:pPr>
            <a:r>
              <a:t>•   - View book availability</a:t>
            </a:r>
          </a:p>
          <a:p>
            <a:pPr>
              <a:spcAft>
                <a:spcPts val="1200"/>
              </a:spcAft>
              <a:defRPr sz="2000"/>
            </a:pPr>
            <a:r>
              <a:t>•   - View personal borrowed books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Database Schema - Core Tables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 user accounts with role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Student profiles linked to users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Staff profiles linked to users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departments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Department information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Subject/course information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staff_subjects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Staff-subject assignments (M:N)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Database Schema - Module Tables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attendance_sessions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Attendance session records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attendance_records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Individual attendance entries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exams / 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Examination and student marks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fee_structures / student_fees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Fee definitions and payments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books / book_issues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Library inventory and borrowing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complaints / feedbacks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Student complaints and feedback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notices / timetables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Announcements and schedules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App Factory Pattern with Flask Blueprints</a:t>
            </a:r>
          </a:p>
          <a:p>
            <a:pPr>
              <a:spcAft>
                <a:spcPts val="1200"/>
              </a:spcAft>
              <a:defRPr sz="2000"/>
            </a:pPr>
            <a:r>
              <a:t>• Modular structure: app/, blueprints/, models/, templates/</a:t>
            </a:r>
          </a:p>
          <a:p>
            <a:pPr>
              <a:spcAft>
                <a:spcPts val="1200"/>
              </a:spcAft>
              <a:defRPr sz="2000"/>
            </a:pPr>
            <a:r>
              <a:t>• Each module has routes.py and forms.py</a:t>
            </a:r>
          </a:p>
          <a:p>
            <a:pPr>
              <a:spcAft>
                <a:spcPts val="1200"/>
              </a:spcAft>
              <a:defRPr sz="2000"/>
            </a:pPr>
            <a:r>
              <a:t>• Centralized extensions (SQLAlchemy, Login, CSRF)</a:t>
            </a:r>
          </a:p>
          <a:p>
            <a:pPr>
              <a:spcAft>
                <a:spcPts val="1200"/>
              </a:spcAft>
              <a:defRPr sz="2000"/>
            </a:pPr>
            <a:r>
              <a:t>• Role-based decorators for access control</a:t>
            </a:r>
          </a:p>
          <a:p>
            <a:pPr>
              <a:spcAft>
                <a:spcPts val="1200"/>
              </a:spcAft>
              <a:defRPr sz="2000"/>
            </a:pPr>
            <a:r>
              <a:t>• Business logic in services layer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API Endpoints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Prefix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Endpoints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/login, /logout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/mark, /my-attendance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/create-exam, /enter, /my-results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/upload, /pending-report, /my-fees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/search, /manage, /issue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/complaints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/submit, /my-complaints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Password hashing using Werkzeug security</a:t>
            </a:r>
          </a:p>
          <a:p>
            <a:pPr>
              <a:spcAft>
                <a:spcPts val="1200"/>
              </a:spcAft>
              <a:defRPr sz="2000"/>
            </a:pPr>
            <a:r>
              <a:t>• CSRF protection on all forms</a:t>
            </a:r>
          </a:p>
          <a:p>
            <a:pPr>
              <a:spcAft>
                <a:spcPts val="1200"/>
              </a:spcAft>
              <a:defRPr sz="2000"/>
            </a:pPr>
            <a:r>
              <a:t>• Session cookie security (HTTPOnly, SameSite)</a:t>
            </a:r>
          </a:p>
          <a:p>
            <a:pPr>
              <a:spcAft>
                <a:spcPts val="1200"/>
              </a:spcAft>
              <a:defRPr sz="2000"/>
            </a:pPr>
            <a:r>
              <a:t>• Role-based access control on all routes</a:t>
            </a:r>
          </a:p>
          <a:p>
            <a:pPr>
              <a:spcAft>
                <a:spcPts val="1200"/>
              </a:spcAft>
              <a:defRPr sz="2000"/>
            </a:pPr>
            <a:r>
              <a:t>• Input validation with WTForms</a:t>
            </a:r>
          </a:p>
          <a:p>
            <a:pPr>
              <a:spcAft>
                <a:spcPts val="1200"/>
              </a:spcAft>
              <a:defRPr sz="2000"/>
            </a:pPr>
            <a:r>
              <a:t>• SQLAlchemy ORM prevents SQL injection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Security: Password hashing, CSRF, session security</a:t>
            </a:r>
          </a:p>
          <a:p>
            <a:pPr>
              <a:spcAft>
                <a:spcPts val="1200"/>
              </a:spcAft>
              <a:defRPr sz="2000"/>
            </a:pPr>
            <a:r>
              <a:t>• Usability: Responsive interface, role-specific dashboards</a:t>
            </a:r>
          </a:p>
          <a:p>
            <a:pPr>
              <a:spcAft>
                <a:spcPts val="1200"/>
              </a:spcAft>
              <a:defRPr sz="2000"/>
            </a:pPr>
            <a:r>
              <a:t>• Performance: Lazy loading, database indexing</a:t>
            </a:r>
          </a:p>
          <a:p>
            <a:pPr>
              <a:spcAft>
                <a:spcPts val="1200"/>
              </a:spcAft>
              <a:defRPr sz="2000"/>
            </a:pPr>
            <a:r>
              <a:t>• Maintainability: Modular architecture, separation of concerns</a:t>
            </a:r>
          </a:p>
          <a:p>
            <a:pPr>
              <a:spcAft>
                <a:spcPts val="1200"/>
              </a:spcAft>
              <a:defRPr sz="2000"/>
            </a:pPr>
            <a:r>
              <a:t>• Scalability: Blueprint-based structure for easy extension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College Management System -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746</Words>
  <Application>Microsoft Office PowerPoint</Application>
  <PresentationFormat>On-screen Show (4:3)</PresentationFormat>
  <Paragraphs>155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MVPL-ML</cp:lastModifiedBy>
  <cp:revision>1</cp:revision>
  <dcterms:created xsi:type="dcterms:W3CDTF">2013-01-27T09:14:16Z</dcterms:created>
  <dcterms:modified xsi:type="dcterms:W3CDTF">2026-01-28T15:56:23Z</dcterms:modified>
  <cp:category/>
</cp:coreProperties>
</file>